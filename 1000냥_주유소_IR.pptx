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광고 수익 (₩)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DAU 1만</c:v>
                  </c:pt>
                  <c:pt idx="1">
                    <c:v>DAU 10만</c:v>
                  </c:pt>
                  <c:pt idx="2">
                    <c:v>DAU 100만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28.5</c:v>
                </c:pt>
                <c:pt idx="1">
                  <c:v>285</c:v>
                </c:pt>
                <c:pt idx="2">
                  <c:v>2850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구독 수익 (₩)</c:v>
                </c:pt>
              </c:strCache>
            </c:strRef>
          </c:tx>
          <c:spPr>
            <a:solidFill>
              <a:srgbClr val="FF6B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DAU 1만</c:v>
                  </c:pt>
                  <c:pt idx="1">
                    <c:v>DAU 10만</c:v>
                  </c:pt>
                  <c:pt idx="2">
                    <c:v>DAU 100만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500</c:v>
                </c:pt>
                <c:pt idx="2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65760"/>
            <a:ext cx="2926080" cy="2926080"/>
          </a:xfrm>
          <a:prstGeom prst="OVAL">
            <a:avLst/>
          </a:prstGeom>
          <a:solidFill>
            <a:srgbClr val="2D5AA0">
              <a:alpha val="60000"/>
            </a:srgbClr>
          </a:solidFill>
          <a:ln w="12700">
            <a:solidFill>
              <a:srgbClr val="2D5AA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7772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097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1000냥 주유소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최저가 주유소 실시간 탐색 서비스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· 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718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기름값 걱정 없는 운전, 월 ₩1,000으로 시작하세요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&amp; 기회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743200" cy="64008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4408" y="9601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96012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9601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08776" y="960120"/>
            <a:ext cx="2743200" cy="64008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🇰🇷  국내 자동차 등록 2,600만 대  ·  연간 주유 지출 약 40조원  ·  모바일 주유 앱 시장 성장 중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찾기 어렵다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23317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오피넷 앱은 현재 위치 근처에서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가장 싼 주유소를 한눈에 보기 어렵다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09728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1568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알림이 없다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401568" y="23317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싼 주유소 옆을 지나쳐도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모르고 비싸게 넣는 상황이 반복된다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0972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5936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가격 흐름 불투명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45936" y="23317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유가 변동 추이·브랜드별 비교를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직관적으로 볼 수 있는 서비스가 없다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솔루션  —  한 줄 가치 제안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109728" cy="12801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"지금 내 주변, 가장 싼 주유소를 1초 만에"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FC8"/>
                </a:solidFill>
              </a:rPr>
              <a:t>지도를 줌하는 것만으로 후보군이 좁혀지고, 1km 안에 더 싼 곳이 나타나면 즉시 알림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62432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줌 기반 최저가 지도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전국 지도에서 줌 레벨별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TOP 100 마커 자동 갱신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33172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62432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GPS 1km 알람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4068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평균 대비 -50원 이상 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주유소 발견 시 즉시 배너 알림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36576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95020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경로별 최저가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출발~도착 경로 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최저가 주유소 자동 탐색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6576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95020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즐겨찾기 &amp; 이력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4068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단골 주유소 가격 변동 푸시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+ 30일 가격 차트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비즈니스 모델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8404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14400"/>
            <a:ext cx="3840480" cy="594360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FREE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384048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FREE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₩0 / 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지도 기반 최저가 탐색 (전 기능)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42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GPS 1km 알람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44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주유소 상세 / 경로 탐색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지도 하단 배너 광고 포함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496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상세 진입 시 인터스티셜 광고 (일 1회)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519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914400"/>
            <a:ext cx="4251960" cy="5943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144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1000냥 플랜 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2C"/>
                </a:solidFill>
              </a:rPr>
              <a:t>₩1,000 / 월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63440" y="2084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7일 무료 체험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423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FREE 모든 기능 포함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8254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✓  광고 완전 제거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227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즐겨찾기 가격 변동 푸시 알림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630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30일 가격 이력 차트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032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✓  주유 이력 기록 &amp; 월 통계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316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수익원: 광고(AdSense/카카오 모먼트) + 구독료  ·  결제: 토스페이먼츠 정기결제 + 카카오페이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 전망 시나리오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73152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₩785K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59334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월 매출 (DAU 1만)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9144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91440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2412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₩7.85M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6120" y="159334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월 매출 (DAU 10만)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91440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0" y="914400"/>
            <a:ext cx="73152" cy="123444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24128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₩78.5M+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159334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월 매출 (DAU 100만)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20040" y="2331720"/>
          <a:ext cx="8503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*가정: 무료 95% / 유료 5%  ·  eCPM ₩1,000  ·  구독 ₩1,000/월  ·  서버 비용 월 ₩50~200K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 &amp; 아키텍처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463040" cy="749808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클라이언트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960120"/>
            <a:ext cx="6903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1247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Next.js 14 (App Router)  ·  React 18 + Tailwind  ·  카카오맵 SDK  ·  Zustand + TanStack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14630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202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1920240"/>
            <a:ext cx="6903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57400" y="20848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Vercel Serverless (TypeScript)  ·  Next.js API Routes  ·  NextAuth 4 (카카오/구글 OAuth)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146304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803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데이터 레이어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20240" y="2880360"/>
            <a:ext cx="6903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57400" y="30449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Supabase PostgreSQL + PostGIS (공간 쿼리)  ·  Upstash Redis (핫 캐시, TTL 1h)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1463040" cy="749808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4048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외부 연동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3840480"/>
            <a:ext cx="6903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57400" y="40050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오피넷 Open API (매시 Cron 동기화)  ·  토스페이먼츠 정기결제  ·  VAPID Web Push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0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🔑  PostGIS 공간쿼리로 반경/bbox 탐색  ·  Redis 1h TTL로 DB 부하 90%↓  ·  Cron 자동 동기화  ·  PWA + Service Worker 오프라인 지원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0116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MVP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1~2주  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지도 가격 마커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GPS 1km 알람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325526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Cron 동기화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" y="396849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Vercel 배포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14600" y="868680"/>
            <a:ext cx="2011680" cy="822960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알파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4600" y="13533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3~4주  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1755648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24328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5AA0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OAuth 로그인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24328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5AA0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토스 정기결제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24328" y="325526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5AA0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AdSense 광고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24328" y="396849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5AA0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가격 이력 차트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868680"/>
            <a:ext cx="2011680" cy="8229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베타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9160" y="13533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5~8주  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755648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2C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Web Push 알림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18888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2C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리뷰/별점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18888" y="325526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2C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경로 최저가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18888" y="396849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2C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k6 부하 테스트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03720" y="868680"/>
            <a:ext cx="2011680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03720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정식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3720" y="13533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9~12주  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1755648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13448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마케팅 랜딩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13448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PWA / TWA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013448" y="325526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A/B 테스트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013448" y="396849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운영 대시보드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331720" y="1243584"/>
            <a:ext cx="13716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12435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26280" y="1243584"/>
            <a:ext cx="13716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12435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1243584"/>
            <a:ext cx="13716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12435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956048"/>
            <a:ext cx="8503920" cy="73152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경쟁 포지셔닝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UX 편의성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234440"/>
            <a:ext cx="0" cy="3383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4846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177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가격 정보 정확도 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95928" y="3264408"/>
            <a:ext cx="237744" cy="237744"/>
          </a:xfrm>
          <a:prstGeom prst="OVAL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오피넷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38728" y="1435608"/>
            <a:ext cx="237744" cy="237744"/>
          </a:xfrm>
          <a:prstGeom prst="OVAL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09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838"/>
                </a:solidFill>
              </a:rPr>
              <a:t>카카오맵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67128" y="1801368"/>
            <a:ext cx="237744" cy="237744"/>
          </a:xfrm>
          <a:prstGeom prst="OVAL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838"/>
                </a:solidFill>
              </a:rPr>
              <a:t>T맵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78808" y="1207008"/>
            <a:ext cx="237744" cy="237744"/>
          </a:xfrm>
          <a:prstGeom prst="OVAL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C"/>
                </a:solidFill>
              </a:rPr>
              <a:t>★ 1000냥 주유소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914400"/>
            <a:ext cx="3154680" cy="3931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914400"/>
            <a:ext cx="3154680" cy="73152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024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1000냥의 차별점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15000" y="1481328"/>
            <a:ext cx="64008" cy="5943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48132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줌 기반 자동 필터링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70448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지도 조작만으로 후보군 자동 축소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15000" y="2276856"/>
            <a:ext cx="64008" cy="5943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227685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실시간 GPS 알람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70448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주행 중 수동 검색 불필요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15000" y="3072384"/>
            <a:ext cx="64008" cy="5943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30723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경로 위 최저가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70448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경유지 주유소 자동 추천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15000" y="3867912"/>
            <a:ext cx="64008" cy="5943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86791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월 1,000원 구독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70448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광고 피로 없는 깔끔한 UX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&amp; 현황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1000냥 주유소  |  Investor Relations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09728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풀스택 개발자 (13년차)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4871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✓  앱(iOS/Android) · Windows · 서버 개발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28712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✓  AI/ML 통합 경험 보유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32552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✓  Next.js / TypeScript / PostGIS 전문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3639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✓  MVP → 베타 단독 구현 완료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914400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914400"/>
            <a:ext cx="4160520" cy="73152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현재 진행 상황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5488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663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MVP 완료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6636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지도·GPS 알람·동기화 Cron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54880" y="2130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166360" y="2130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알파 완료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66360" y="2404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OAuth·구독 결제·AdSense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54880" y="2752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▶️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166360" y="2752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베타 진행 중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66360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Web Push·리뷰·부하테스트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754880" y="3374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166360" y="3374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정식 출시 준비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66360" y="3648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랜딩·PWA·운영 대시보드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구현 완료 기술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카카오맵 · Supabase PostGIS · Upstash Redis · NextAuth OAuth · 토스 빌링 · VAPID Web Push · Recharts · k6 부하테스트 · Firebase App Hosting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투자 제안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2D5A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3533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정식 출시 가속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44752" y="17190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마케팅 랜딩·PWA·TWA·광고 최적화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베타 → 정식 출시 3개월 내 목표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93192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2D5AA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42432" y="13533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사용자 획득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742432" y="17190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카카오·구글 퍼포먼스 광고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DAU 1만 → 10만 도달 목표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788920"/>
            <a:ext cx="393192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2D5AA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2953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오피넷 제휴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44752" y="33192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상업적 이용 공식 협의 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데이터 정확도 고도화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46320" y="2788920"/>
            <a:ext cx="393192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2D5AA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42432" y="2953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수익 모델 확장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742432" y="33192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주유소 B2B 광고·제휴카드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FC8"/>
                </a:solidFill>
              </a:rPr>
              <a:t>보험·차량 관련 서비스 연계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ddu3423@gmail.com  ·  1000냥 주유소  ·  onek1000.kr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1000냥 주유소 IR</dc:title>
  <dc:subject>PptxGenJS Presentation</dc:subject>
  <dc:creator>PptxGenJS</dc:creator>
  <cp:lastModifiedBy>PptxGenJS</cp:lastModifiedBy>
  <cp:revision>1</cp:revision>
  <dcterms:created xsi:type="dcterms:W3CDTF">2026-06-03T04:23:37Z</dcterms:created>
  <dcterms:modified xsi:type="dcterms:W3CDTF">2026-06-03T04:23:37Z</dcterms:modified>
</cp:coreProperties>
</file>